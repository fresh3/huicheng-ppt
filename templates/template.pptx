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71" r:id="rId6"/>
    <p:sldId id="261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951F"/>
    <a:srgbClr val="EB9219"/>
    <a:srgbClr val="B69B27"/>
    <a:srgbClr val="FBB03B"/>
    <a:srgbClr val="DBB121"/>
    <a:srgbClr val="BE9A26"/>
    <a:srgbClr val="D09923"/>
    <a:srgbClr val="1C503E"/>
    <a:srgbClr val="417ADF"/>
    <a:srgbClr val="7E9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95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87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2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78.xml"/><Relationship Id="rId17" Type="http://schemas.openxmlformats.org/officeDocument/2006/relationships/image" Target="../media/image7.png"/><Relationship Id="rId16" Type="http://schemas.openxmlformats.org/officeDocument/2006/relationships/image" Target="../media/image6.png"/><Relationship Id="rId15" Type="http://schemas.openxmlformats.org/officeDocument/2006/relationships/tags" Target="../tags/tag77.xml"/><Relationship Id="rId14" Type="http://schemas.openxmlformats.org/officeDocument/2006/relationships/image" Target="../media/image5.png"/><Relationship Id="rId13" Type="http://schemas.openxmlformats.org/officeDocument/2006/relationships/tags" Target="../tags/tag76.xml"/><Relationship Id="rId12" Type="http://schemas.openxmlformats.org/officeDocument/2006/relationships/image" Target="../media/image4.png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image" Target="../media/image7.png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image" Target="../media/image9.png"/><Relationship Id="rId4" Type="http://schemas.openxmlformats.org/officeDocument/2006/relationships/tags" Target="../tags/tag80.xml"/><Relationship Id="rId3" Type="http://schemas.openxmlformats.org/officeDocument/2006/relationships/image" Target="../media/image6.png"/><Relationship Id="rId2" Type="http://schemas.openxmlformats.org/officeDocument/2006/relationships/tags" Target="../tags/tag79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86.xml"/><Relationship Id="rId4" Type="http://schemas.openxmlformats.org/officeDocument/2006/relationships/image" Target="../media/image2.png"/><Relationship Id="rId3" Type="http://schemas.openxmlformats.org/officeDocument/2006/relationships/image" Target="../media/image12.png"/><Relationship Id="rId2" Type="http://schemas.openxmlformats.org/officeDocument/2006/relationships/tags" Target="../tags/tag85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90295" y="1206500"/>
            <a:ext cx="6477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800" b="1" dirty="0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PPT</a:t>
            </a:r>
            <a:r>
              <a:rPr lang="zh-CN" altLang="en-US" sz="4800" b="1" dirty="0">
                <a:solidFill>
                  <a:schemeClr val="bg1"/>
                </a:solidFill>
                <a:effectLst/>
                <a:latin typeface="+mj-ea"/>
                <a:ea typeface="+mj-ea"/>
                <a:sym typeface="+mn-ea"/>
              </a:rPr>
              <a:t>主题</a:t>
            </a:r>
            <a:endParaRPr lang="zh-CN" altLang="en-US" sz="4800" b="1" dirty="0">
              <a:solidFill>
                <a:schemeClr val="bg1"/>
              </a:solidFill>
              <a:effectLst/>
              <a:latin typeface="+mj-ea"/>
              <a:ea typeface="+mj-ea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73150" y="2124710"/>
            <a:ext cx="507111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</a:rPr>
              <a:t>HCYM EDUCATION GROUP</a:t>
            </a:r>
            <a:endParaRPr lang="zh-CN" altLang="en-US" sz="2800">
              <a:solidFill>
                <a:schemeClr val="bg1"/>
              </a:solidFill>
            </a:endParaRPr>
          </a:p>
          <a:p>
            <a:r>
              <a:rPr lang="zh-CN" altLang="en-US" sz="2800">
                <a:solidFill>
                  <a:schemeClr val="bg1"/>
                </a:solidFill>
              </a:rPr>
              <a:t>REVIEW REPORT</a:t>
            </a:r>
            <a:endParaRPr lang="zh-CN" altLang="en-US" sz="2800">
              <a:solidFill>
                <a:schemeClr val="bg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159510" y="2094230"/>
            <a:ext cx="6309360" cy="10160"/>
          </a:xfrm>
          <a:prstGeom prst="line">
            <a:avLst/>
          </a:prstGeom>
          <a:ln w="19050">
            <a:solidFill>
              <a:srgbClr val="FBB03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1179195" y="3512820"/>
            <a:ext cx="3373120" cy="483235"/>
          </a:xfrm>
          <a:prstGeom prst="rect">
            <a:avLst/>
          </a:prstGeom>
          <a:gradFill>
            <a:gsLst>
              <a:gs pos="0">
                <a:srgbClr val="FAFAFA">
                  <a:alpha val="0"/>
                </a:srgbClr>
              </a:gs>
              <a:gs pos="100000">
                <a:srgbClr val="FAFAF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179195" y="3566795"/>
            <a:ext cx="2560955" cy="570865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p>
            <a:pPr algn="l"/>
            <a:r>
              <a:rPr lang="zh-CN" altLang="en-US" cap="all" dirty="0">
                <a:solidFill>
                  <a:srgbClr val="213A25"/>
                </a:solidFill>
                <a:latin typeface="微软雅黑" panose="020B0503020204020204" charset="-122"/>
                <a:ea typeface="微软雅黑" panose="020B0503020204020204" charset="-122"/>
              </a:rPr>
              <a:t>主讲人：</a:t>
            </a:r>
            <a:r>
              <a:rPr lang="en-US" altLang="zh-CN" cap="all" dirty="0">
                <a:solidFill>
                  <a:srgbClr val="213A25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endParaRPr lang="en-US" altLang="zh-CN" cap="all" dirty="0">
              <a:solidFill>
                <a:srgbClr val="213A2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ppt模板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805" y="351790"/>
            <a:ext cx="2675255" cy="6324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576445" y="1137920"/>
            <a:ext cx="4806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i="1">
                <a:solidFill>
                  <a:schemeClr val="bg1"/>
                </a:solidFill>
                <a:effectLst/>
                <a:latin typeface="+mj-ea"/>
                <a:ea typeface="+mj-ea"/>
                <a:cs typeface="+mj-ea"/>
              </a:rPr>
              <a:t>1</a:t>
            </a:r>
            <a:endParaRPr lang="zh-CN" altLang="en-US" sz="4000" i="1">
              <a:solidFill>
                <a:schemeClr val="bg1"/>
              </a:soli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30" name="文本框 29"/>
          <p:cNvSpPr txBox="1"/>
          <p:nvPr>
            <p:custDataLst>
              <p:tags r:id="rId3"/>
            </p:custDataLst>
          </p:nvPr>
        </p:nvSpPr>
        <p:spPr>
          <a:xfrm>
            <a:off x="5057140" y="1304925"/>
            <a:ext cx="13423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b="1">
                <a:solidFill>
                  <a:schemeClr val="bg1"/>
                </a:solidFill>
              </a:rPr>
              <a:t>目录标题</a:t>
            </a:r>
            <a:r>
              <a:rPr lang="en-US" altLang="zh-CN" sz="2000" b="1">
                <a:solidFill>
                  <a:schemeClr val="bg1"/>
                </a:solidFill>
              </a:rPr>
              <a:t>1</a:t>
            </a:r>
            <a:endParaRPr lang="en-US" altLang="zh-CN" sz="20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82795" y="1964690"/>
            <a:ext cx="1016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 i="1">
                <a:solidFill>
                  <a:schemeClr val="bg1"/>
                </a:solidFill>
                <a:effectLst/>
                <a:latin typeface="+mj-ea"/>
                <a:ea typeface="+mj-ea"/>
                <a:cs typeface="+mj-ea"/>
              </a:rPr>
              <a:t>2</a:t>
            </a:r>
            <a:endParaRPr lang="en-US" altLang="zh-CN" sz="4000" i="1">
              <a:solidFill>
                <a:schemeClr val="bg1"/>
              </a:soli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5083810" y="2082800"/>
            <a:ext cx="67976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000" b="1">
                <a:solidFill>
                  <a:schemeClr val="bg1"/>
                </a:solidFill>
              </a:rPr>
              <a:t>目录标题</a:t>
            </a:r>
            <a:r>
              <a:rPr lang="en-US" altLang="zh-CN" sz="2000" b="1">
                <a:solidFill>
                  <a:schemeClr val="bg1"/>
                </a:solidFill>
              </a:rPr>
              <a:t>2</a:t>
            </a:r>
            <a:endParaRPr lang="en-US" altLang="zh-CN" sz="2000" b="1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4582795" y="2769870"/>
            <a:ext cx="4806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i="1">
                <a:solidFill>
                  <a:schemeClr val="bg1"/>
                </a:solidFill>
                <a:effectLst/>
                <a:latin typeface="+mj-ea"/>
                <a:ea typeface="+mj-ea"/>
                <a:cs typeface="+mj-ea"/>
              </a:rPr>
              <a:t>3</a:t>
            </a:r>
            <a:endParaRPr lang="en-US" altLang="zh-CN" sz="4000" i="1">
              <a:solidFill>
                <a:schemeClr val="bg1"/>
              </a:soli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5099050" y="2872740"/>
            <a:ext cx="6278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000" b="1">
                <a:solidFill>
                  <a:schemeClr val="bg1"/>
                </a:solidFill>
              </a:rPr>
              <a:t>目录标题</a:t>
            </a:r>
            <a:r>
              <a:rPr lang="en-US" altLang="zh-CN" sz="2000" b="1">
                <a:solidFill>
                  <a:schemeClr val="bg1"/>
                </a:solidFill>
              </a:rPr>
              <a:t>3</a:t>
            </a:r>
            <a:endParaRPr lang="en-US" altLang="zh-CN" sz="2000" b="1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4576445" y="3579495"/>
            <a:ext cx="4806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i="1">
                <a:solidFill>
                  <a:schemeClr val="bg1"/>
                </a:solidFill>
                <a:effectLst/>
                <a:latin typeface="+mj-ea"/>
                <a:ea typeface="+mj-ea"/>
                <a:cs typeface="+mj-ea"/>
              </a:rPr>
              <a:t>4</a:t>
            </a:r>
            <a:endParaRPr lang="en-US" altLang="zh-CN" sz="4000" i="1">
              <a:solidFill>
                <a:schemeClr val="bg1"/>
              </a:soli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5107940" y="3749040"/>
            <a:ext cx="13423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b="1">
                <a:solidFill>
                  <a:schemeClr val="bg1"/>
                </a:solidFill>
              </a:rPr>
              <a:t>目录标题</a:t>
            </a:r>
            <a:r>
              <a:rPr lang="en-US" altLang="zh-CN" sz="2000" b="1">
                <a:solidFill>
                  <a:schemeClr val="bg1"/>
                </a:solidFill>
              </a:rPr>
              <a:t>4</a:t>
            </a:r>
            <a:endParaRPr lang="en-US" altLang="zh-CN" sz="2000" b="1">
              <a:solidFill>
                <a:schemeClr val="bg1"/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10"/>
            </p:custDataLst>
          </p:nvPr>
        </p:nvSpPr>
        <p:spPr>
          <a:xfrm>
            <a:off x="4571365" y="4453255"/>
            <a:ext cx="48069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4000" i="1">
                <a:solidFill>
                  <a:schemeClr val="bg1"/>
                </a:solidFill>
                <a:effectLst/>
                <a:latin typeface="+mj-ea"/>
                <a:ea typeface="+mj-ea"/>
                <a:cs typeface="+mj-ea"/>
              </a:rPr>
              <a:t>5</a:t>
            </a:r>
            <a:endParaRPr lang="en-US" altLang="zh-CN" sz="4000" i="1">
              <a:solidFill>
                <a:schemeClr val="bg1"/>
              </a:soli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48" name="文本框 47"/>
          <p:cNvSpPr txBox="1"/>
          <p:nvPr>
            <p:custDataLst>
              <p:tags r:id="rId11"/>
            </p:custDataLst>
          </p:nvPr>
        </p:nvSpPr>
        <p:spPr>
          <a:xfrm>
            <a:off x="5112385" y="4610100"/>
            <a:ext cx="134239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b="1">
                <a:solidFill>
                  <a:schemeClr val="bg1"/>
                </a:solidFill>
              </a:rPr>
              <a:t>目录标题</a:t>
            </a:r>
            <a:r>
              <a:rPr lang="en-US" altLang="zh-CN" sz="2000" b="1">
                <a:solidFill>
                  <a:schemeClr val="bg1"/>
                </a:solidFill>
              </a:rPr>
              <a:t>5</a:t>
            </a:r>
            <a:endParaRPr lang="en-US" altLang="zh-CN" sz="2000" b="1">
              <a:solidFill>
                <a:schemeClr val="bg1"/>
              </a:solidFill>
            </a:endParaRPr>
          </a:p>
        </p:txBody>
      </p:sp>
      <p:pic>
        <p:nvPicPr>
          <p:cNvPr id="24" name="图片 23" descr="ppt模板-0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3215" y="1266190"/>
            <a:ext cx="449580" cy="567055"/>
          </a:xfrm>
          <a:prstGeom prst="rect">
            <a:avLst/>
          </a:prstGeom>
        </p:spPr>
      </p:pic>
      <p:pic>
        <p:nvPicPr>
          <p:cNvPr id="25" name="图片 24" descr="ppt模板-0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3215" y="1993265"/>
            <a:ext cx="449580" cy="567055"/>
          </a:xfrm>
          <a:prstGeom prst="rect">
            <a:avLst/>
          </a:prstGeom>
        </p:spPr>
      </p:pic>
      <p:pic>
        <p:nvPicPr>
          <p:cNvPr id="26" name="图片 25" descr="ppt模板-0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3215" y="2816860"/>
            <a:ext cx="449580" cy="567055"/>
          </a:xfrm>
          <a:prstGeom prst="rect">
            <a:avLst/>
          </a:prstGeom>
        </p:spPr>
      </p:pic>
      <p:pic>
        <p:nvPicPr>
          <p:cNvPr id="27" name="图片 26" descr="ppt模板-0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3215" y="3670935"/>
            <a:ext cx="449580" cy="567055"/>
          </a:xfrm>
          <a:prstGeom prst="rect">
            <a:avLst/>
          </a:prstGeom>
        </p:spPr>
      </p:pic>
      <p:pic>
        <p:nvPicPr>
          <p:cNvPr id="28" name="图片 27" descr="ppt模板-0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3215" y="4495165"/>
            <a:ext cx="449580" cy="567055"/>
          </a:xfrm>
          <a:prstGeom prst="rect">
            <a:avLst/>
          </a:prstGeom>
        </p:spPr>
      </p:pic>
      <p:pic>
        <p:nvPicPr>
          <p:cNvPr id="9" name="图片 8" descr="ppp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55600" y="1365885"/>
            <a:ext cx="3931285" cy="3705860"/>
          </a:xfrm>
          <a:prstGeom prst="rect">
            <a:avLst/>
          </a:prstGeom>
        </p:spPr>
      </p:pic>
      <p:pic>
        <p:nvPicPr>
          <p:cNvPr id="3" name="图片 2" descr="ppt模板-0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315575" y="280670"/>
            <a:ext cx="1547495" cy="908685"/>
          </a:xfrm>
          <a:prstGeom prst="rect">
            <a:avLst/>
          </a:prstGeom>
        </p:spPr>
      </p:pic>
      <p:pic>
        <p:nvPicPr>
          <p:cNvPr id="2" name="图片 1" descr="ppt模板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5967730"/>
            <a:ext cx="12192000" cy="6985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>
            <p:custDataLst>
              <p:tags r:id="rId2"/>
            </p:custDataLst>
          </p:nvPr>
        </p:nvSpPr>
        <p:spPr>
          <a:xfrm>
            <a:off x="5608955" y="1983740"/>
            <a:ext cx="1805305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 b="1">
                <a:solidFill>
                  <a:schemeClr val="bg1"/>
                </a:solidFill>
              </a:rPr>
              <a:t>202</a:t>
            </a:r>
            <a:r>
              <a:rPr lang="en-US" altLang="zh-CN" sz="2800" b="1">
                <a:solidFill>
                  <a:schemeClr val="bg1"/>
                </a:solidFill>
              </a:rPr>
              <a:t>6</a:t>
            </a:r>
            <a:r>
              <a:rPr lang="zh-CN" altLang="en-US" sz="2800" b="1">
                <a:solidFill>
                  <a:schemeClr val="bg1"/>
                </a:solidFill>
              </a:rPr>
              <a:t>年</a:t>
            </a:r>
            <a:endParaRPr lang="zh-CN" altLang="en-US" sz="2800" b="1">
              <a:solidFill>
                <a:schemeClr val="bg1"/>
              </a:solidFill>
            </a:endParaRPr>
          </a:p>
          <a:p>
            <a:pPr algn="l"/>
            <a:r>
              <a:rPr lang="zh-CN" altLang="en-US" sz="2800" b="1">
                <a:solidFill>
                  <a:schemeClr val="bg1"/>
                </a:solidFill>
              </a:rPr>
              <a:t>章节标题</a:t>
            </a:r>
            <a:r>
              <a:rPr lang="en-US" altLang="zh-CN" sz="2800" b="1">
                <a:solidFill>
                  <a:schemeClr val="bg1"/>
                </a:solidFill>
              </a:rPr>
              <a:t>1</a:t>
            </a:r>
            <a:endParaRPr lang="en-US" altLang="zh-CN" sz="2800" b="1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82608" y="1778000"/>
            <a:ext cx="6026785" cy="1423035"/>
          </a:xfrm>
          <a:prstGeom prst="rect">
            <a:avLst/>
          </a:prstGeom>
          <a:noFill/>
          <a:ln w="19050">
            <a:solidFill>
              <a:srgbClr val="FBB03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</a:endParaRPr>
          </a:p>
        </p:txBody>
      </p:sp>
      <p:pic>
        <p:nvPicPr>
          <p:cNvPr id="4" name="图片 3" descr="ppt模板-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870" y="1983740"/>
            <a:ext cx="1754505" cy="103060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5420995" y="2108835"/>
            <a:ext cx="0" cy="7651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 descr="ppppppp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480060" y="239395"/>
            <a:ext cx="1556385" cy="153225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911860" y="519430"/>
            <a:ext cx="12541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rgbClr val="46A53B"/>
                </a:solidFill>
                <a:latin typeface="+mj-ea"/>
                <a:ea typeface="+mj-ea"/>
              </a:rPr>
              <a:t>01</a:t>
            </a:r>
            <a:endParaRPr lang="en-US" altLang="zh-CN" sz="3600" b="1">
              <a:solidFill>
                <a:srgbClr val="46A53B"/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932815" y="1014095"/>
            <a:ext cx="17868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46A53B"/>
                </a:solidFill>
                <a:latin typeface="+mj-ea"/>
                <a:ea typeface="+mj-ea"/>
              </a:rPr>
              <a:t>PART</a:t>
            </a:r>
            <a:endParaRPr lang="en-US" altLang="zh-CN" sz="1600">
              <a:solidFill>
                <a:srgbClr val="46A53B"/>
              </a:solidFill>
              <a:latin typeface="+mj-ea"/>
              <a:ea typeface="+mj-ea"/>
            </a:endParaRPr>
          </a:p>
        </p:txBody>
      </p:sp>
      <p:pic>
        <p:nvPicPr>
          <p:cNvPr id="5" name="图片 4" descr="ppt模板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967730"/>
            <a:ext cx="12192000" cy="6985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pt模板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 descr="ppt模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07100"/>
            <a:ext cx="12192000" cy="6985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9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ppp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54225" y="1380490"/>
            <a:ext cx="7559675" cy="2942590"/>
          </a:xfrm>
          <a:prstGeom prst="rect">
            <a:avLst/>
          </a:prstGeom>
        </p:spPr>
      </p:pic>
      <p:pic>
        <p:nvPicPr>
          <p:cNvPr id="5" name="图片 4" descr="ppt模板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805" y="351790"/>
            <a:ext cx="2675255" cy="6324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  <p:tag name="KSO_WM_DIAGRAM_VIRTUALLY_FRAME" val="{&quot;height&quot;:223.85,&quot;left&quot;:398.2,&quot;top&quot;:102.75,&quot;width&quot;:537.35}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  <p:tag name="KSO_WM_DIAGRAM_VIRTUALLY_FRAME" val="{&quot;height&quot;:223.85,&quot;left&quot;:398.2,&quot;top&quot;:102.75,&quot;width&quot;:537.35}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  <p:tag name="KSO_WM_DIAGRAM_VIRTUALLY_FRAME" val="{&quot;height&quot;:223.85,&quot;left&quot;:398.2,&quot;top&quot;:102.75,&quot;width&quot;:537.35}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  <p:tag name="KSO_WM_DIAGRAM_VIRTUALLY_FRAME" val="{&quot;height&quot;:223.85,&quot;left&quot;:398.2,&quot;top&quot;:102.75,&quot;width&quot;:537.35}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commondata" val="eyJoZGlkIjoiM2VkMTM0YjNjODgwOTc5MmQzNDAwNGQwMGZjZGFlMW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WPS 文字</Application>
  <PresentationFormat>宽屏</PresentationFormat>
  <Paragraphs>34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宗俊</cp:lastModifiedBy>
  <cp:revision>170</cp:revision>
  <dcterms:created xsi:type="dcterms:W3CDTF">2026-07-31T04:07:31Z</dcterms:created>
  <dcterms:modified xsi:type="dcterms:W3CDTF">2026-07-31T04:07:31Z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76EB9DE2AEFD4BD8BCAAFA2389FCE1F7_13</vt:lpwstr>
  </property>
</Properties>
</file>